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aa7aa250b84ce9" /><Relationship Type="http://schemas.openxmlformats.org/officeDocument/2006/relationships/extended-properties" Target="/docProps/app.xml" Id="Rf52bab6e4a8c48ef" /><Relationship Type="http://schemas.openxmlformats.org/officeDocument/2006/relationships/officeDocument" Target="/ppt/presentation.xml" Id="R01fdfca66d7a49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21b3f33ede4de8"/>
  </p:sldMasterIdLst>
  <p:notesMasterIdLst>
    <p:notesMasterId xmlns:r="http://schemas.openxmlformats.org/officeDocument/2006/relationships" r:id="Rc62bdc2ce3af4798"/>
  </p:notesMasterIdLst>
  <p:sldIdLst>
    <p:sldId xmlns:r="http://schemas.openxmlformats.org/officeDocument/2006/relationships" id="256" r:id="R844b7ad478a14aff"/>
    <p:sldId xmlns:r="http://schemas.openxmlformats.org/officeDocument/2006/relationships" id="257" r:id="R0066fcb00c14465a"/>
    <p:sldId xmlns:r="http://schemas.openxmlformats.org/officeDocument/2006/relationships" id="258" r:id="R4d822c55262b4755"/>
    <p:sldId xmlns:r="http://schemas.openxmlformats.org/officeDocument/2006/relationships" id="259" r:id="R4730be9b2a684680"/>
    <p:sldId xmlns:r="http://schemas.openxmlformats.org/officeDocument/2006/relationships" id="260" r:id="R692651fc676b414b"/>
    <p:sldId xmlns:r="http://schemas.openxmlformats.org/officeDocument/2006/relationships" id="261" r:id="R461bca7f9dba460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ce9fa652e64bae" /><Relationship Type="http://schemas.openxmlformats.org/officeDocument/2006/relationships/slideMaster" Target="/ppt/slideMasters/slideMaster1.xml" Id="R3621b3f33ede4de8" /><Relationship Type="http://schemas.openxmlformats.org/officeDocument/2006/relationships/notesMaster" Target="/ppt/notesMasters/notesMaster1.xml" Id="Rc62bdc2ce3af4798" /><Relationship Type="http://schemas.openxmlformats.org/officeDocument/2006/relationships/presProps" Target="/ppt/presProps.xml" Id="Rfd51d605020a47f6" /><Relationship Type="http://schemas.openxmlformats.org/officeDocument/2006/relationships/tableStyles" Target="/ppt/tableStyles.xml" Id="R543b8044738f4b9d" /><Relationship Type="http://schemas.openxmlformats.org/officeDocument/2006/relationships/slide" Target="/ppt/slides/slide1.xml" Id="R844b7ad478a14aff" /><Relationship Type="http://schemas.openxmlformats.org/officeDocument/2006/relationships/slide" Target="/ppt/slides/slide2.xml" Id="R0066fcb00c14465a" /><Relationship Type="http://schemas.openxmlformats.org/officeDocument/2006/relationships/slide" Target="/ppt/slides/slide3.xml" Id="R4d822c55262b4755" /><Relationship Type="http://schemas.openxmlformats.org/officeDocument/2006/relationships/slide" Target="/ppt/slides/slide4.xml" Id="R4730be9b2a684680" /><Relationship Type="http://schemas.openxmlformats.org/officeDocument/2006/relationships/slide" Target="/ppt/slides/slide5.xml" Id="R692651fc676b414b" /><Relationship Type="http://schemas.openxmlformats.org/officeDocument/2006/relationships/slide" Target="/ppt/slides/slide6.xml" Id="R461bca7f9dba46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22d7e1248e4b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0da508ff884c28" /><Relationship Type="http://schemas.openxmlformats.org/officeDocument/2006/relationships/notesMaster" Target="/ppt/notesMasters/notesMaster1.xml" Id="R97fe9b0203bd49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6ca90fc7534509" /><Relationship Type="http://schemas.openxmlformats.org/officeDocument/2006/relationships/notesMaster" Target="/ppt/notesMasters/notesMaster1.xml" Id="R57bb0bf644cf47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d69bdf70c448b3" /><Relationship Type="http://schemas.openxmlformats.org/officeDocument/2006/relationships/notesMaster" Target="/ppt/notesMasters/notesMaster1.xml" Id="R2b73287983e240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61ff426c854802" /><Relationship Type="http://schemas.openxmlformats.org/officeDocument/2006/relationships/notesMaster" Target="/ppt/notesMasters/notesMaster1.xml" Id="Rf1316f8ee22b42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36041bd04b4e90" /><Relationship Type="http://schemas.openxmlformats.org/officeDocument/2006/relationships/notesMaster" Target="/ppt/notesMasters/notesMaster1.xml" Id="Rf95d21edfa7f48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a3f7a3246b4ccb" /><Relationship Type="http://schemas.openxmlformats.org/officeDocument/2006/relationships/notesMaster" Target="/ppt/notesMasters/notesMaster1.xml" Id="Ra67e8b499c4442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e1476ad5945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b32a5da82145ab" /><Relationship Type="http://schemas.openxmlformats.org/officeDocument/2006/relationships/slideLayout" Target="/ppt/slideLayouts/slideLayout1.xml" Id="R2290827cc83148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90827cc83148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37e7ede404284" /><Relationship Type="http://schemas.openxmlformats.org/officeDocument/2006/relationships/notesSlide" Target="/ppt/notesSlides/notesSlide1.xml" Id="R3f3d46a3aefc42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2c4c3223b4e02" /><Relationship Type="http://schemas.openxmlformats.org/officeDocument/2006/relationships/notesSlide" Target="/ppt/notesSlides/notesSlide2.xml" Id="R38e6b5e1843440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f4aa921b747ab" /><Relationship Type="http://schemas.openxmlformats.org/officeDocument/2006/relationships/notesSlide" Target="/ppt/notesSlides/notesSlide3.xml" Id="Re4a91fd877ca45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151c6db2146a8" /><Relationship Type="http://schemas.openxmlformats.org/officeDocument/2006/relationships/notesSlide" Target="/ppt/notesSlides/notesSlide4.xml" Id="R24c9a9c0924a4c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3c9a021924d67" /><Relationship Type="http://schemas.openxmlformats.org/officeDocument/2006/relationships/notesSlide" Target="/ppt/notesSlides/notesSlide5.xml" Id="R3ff318a20ee148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1e8bab5854c7c" /><Relationship Type="http://schemas.openxmlformats.org/officeDocument/2006/relationships/notesSlide" Target="/ppt/notesSlides/notesSlide6.xml" Id="R14545d74c2bb47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870201-3166-4E46-9978-9FB01A4C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北辰数科（虚构）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EE704-268A-472C-8A33-17DB2C13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9525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新员工入职</a:t>
            </a:r>
          </a:p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与安全培训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B678A-1533-4929-9F26-212491A7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733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演示资料｜2026年7月｜所有信息均为虚构</a:t>
            </a:r>
          </a:p>
        </p:txBody>
      </p:sp>
    </p:spTree>
    <p:extLst>
      <p:ext uri="{BB962C8B-B14F-4D97-AF65-F5344CB8AC3E}">
        <p14:creationId xmlns:p14="http://schemas.microsoft.com/office/powerpoint/2010/main" val="14935083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4E77DD-36B5-4214-96A2-45D20051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入职第一周，先把五件事做对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BAD39-2540-45F4-A904-FCB90FE7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0" y="0"/>
          <a:ext xmlns:a="http://schemas.openxmlformats.org/drawingml/2006/main" cx="0" cy="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0487025"/>
              </a:tblGrid>
              <a:tr h="0">
                <a:tc>
                  <a:txBody>
                    <a:bodyPr/>
                    <a:lstStyle/>
                    <a:p>
                      <a: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提交身份证明、银行卡、学历证明并签署劳动合同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t>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确认试用期目标，转正前10个工作日提交总结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申请工作所需系统权限，临时权限默认30天到期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t>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完成费用系统、信息安全和客户信息保护培训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保存IT服务台与安全事件报告渠道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97201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91E8BC-E0FD-41E2-A5B6-B123DC4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报销合规取决于材料完整和事前审批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3AB58-CBF7-41CB-BD95-7E6E7395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B2DFD-D19A-48C8-85E0-03E1770F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4953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7B9FA-F136-461F-944E-E4C51A4A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标准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1CE8A-702E-4E79-8DCF-225008CF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一类城市住宿 600元/晚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二类城市住宿 450元/晚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其他城市住宿 350元/晚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费用发生后30天内提交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91AD5-035E-4848-A20B-A982D9B6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59817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99DF5-9C9F-4F5A-9A8F-C46F3237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5A628-6477-4330-BB5E-20E11EB2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 填写事由、项目和成本中心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 上传发票、支付凭证和行程单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 主管与预算负责人审批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  财务审核后在周二或周五付款</a:t>
            </a:r>
          </a:p>
        </p:txBody>
      </p:sp>
    </p:spTree>
    <p:extLst>
      <p:ext uri="{BB962C8B-B14F-4D97-AF65-F5344CB8AC3E}">
        <p14:creationId xmlns:p14="http://schemas.microsoft.com/office/powerpoint/2010/main" val="513790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B4CA57-E399-4A2E-9A0A-3776E10E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账号、客户信息和企业数据都必须可追溯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CCA06-E9CF-48FA-872E-D3921901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0" y="0"/>
          <a:ext xmlns:a="http://schemas.openxmlformats.org/drawingml/2006/main" cx="0" cy="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0487025"/>
              </a:tblGrid>
              <a:tr h="0">
                <a:tc>
                  <a:txBody>
                    <a:bodyPr/>
                    <a:lstStyle/>
                    <a:p>
                      <a: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账号仅限本人使用，不得借给同事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t>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密码不少于12位并启用多因素认证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公司数据不得保存到个人网盘或私人邮箱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t>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客户信息不得通过私人微信发送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发现钓鱼邮件立即报告；已输入密码则立刻修改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683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F24D7A-932B-4155-8A02-4E25AABF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发生故障或安全事件时，速度优先于完美描述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A36E1-66C5-4ADE-987E-F9C12945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41963-DFBF-4E23-A58B-CC92B271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166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发现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4EAF3-4A45-41BB-B6F6-2289E3B6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166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隔离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B70DE-663D-4CEE-BDA4-1796C2DE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00250"/>
            <a:ext cx="166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上报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ACDDB-6027-4227-BDA5-01C2C93A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166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协同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6BEF8-28B7-4DAF-8ACE-EC69B9C2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00250"/>
            <a:ext cx="166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复盘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0325E-99FE-4CA5-9A37-CF20F11B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050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0355B-E210-404F-94C6-1D44EA30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3AAC0-4214-4751-8D14-6A9A81A4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FD9F9-EB10-4582-BE6E-ABF31F45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050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9ABCC-0F23-4137-ACDB-8F66D502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一级IT故障：10分钟内上报｜信息安全事件：15分钟内登记</a:t>
            </a:r>
          </a:p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虚构服务台：400-000-2026｜安全邮箱：security-demo@beichen.example</a:t>
            </a:r>
          </a:p>
        </p:txBody>
      </p:sp>
    </p:spTree>
    <p:extLst>
      <p:ext uri="{BB962C8B-B14F-4D97-AF65-F5344CB8AC3E}">
        <p14:creationId xmlns:p14="http://schemas.microsoft.com/office/powerpoint/2010/main" val="9176316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FC44FA-1A83-471E-BA74-E4413D68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3AC5A-380F-48D6-AF7D-CFABFC26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525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先守规则，</a:t>
            </a:r>
          </a:p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再创造价值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99C9C-8EB2-44F3-9539-EBC46546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演示资料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不用于真实决策</a:t>
            </a:r>
          </a:p>
        </p:txBody>
      </p:sp>
    </p:spTree>
    <p:extLst>
      <p:ext uri="{BB962C8B-B14F-4D97-AF65-F5344CB8AC3E}">
        <p14:creationId xmlns:p14="http://schemas.microsoft.com/office/powerpoint/2010/main" val="1460719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2026-07-14T07:03:45.5040000Z</dcterms:created>
  <dcterms:modified xsi:type="dcterms:W3CDTF">2026-07-14T07:03:45.5040000Z</dcterms:modified>
</coreProperties>
</file>